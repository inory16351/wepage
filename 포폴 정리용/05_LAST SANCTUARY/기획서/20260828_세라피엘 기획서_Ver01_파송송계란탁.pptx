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3" r:id="rId4"/>
    <p:sldId id="274" r:id="rId5"/>
    <p:sldId id="264" r:id="rId6"/>
    <p:sldId id="276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417-7171-F235-4D6C-C41C7F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EB2BE-99DC-9AF3-C143-93F8A938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60AC9-F7D8-D414-6321-102A1EE60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8C182-F629-ED68-9073-7F5FE690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3257-F062-FA46-CD90-D69661CF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E001-2C14-180A-9232-DF8FD375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ED2E-B844-4C6F-2387-BEDDEB7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AD012-6683-E79C-EFDC-4F279378B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8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세라피엘 </a:t>
            </a:r>
            <a:r>
              <a:rPr lang="ko-KR" altLang="en-US" sz="4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5" y="5771119"/>
            <a:ext cx="1388164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2026-08-28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75D8A-26F4-5D36-A891-211D0002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19085"/>
              </p:ext>
            </p:extLst>
          </p:nvPr>
        </p:nvGraphicFramePr>
        <p:xfrm>
          <a:off x="933449" y="1567391"/>
          <a:ext cx="106365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937749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820963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이동현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설계와 역할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F22E-1086-D428-2D53-1425597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B5E425-B139-6B63-DDC2-6F73FCFF4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09784C-4C68-8AC6-003F-BD3ABF080C6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DA5ED81D-F3BA-3A09-3D1B-CB55E061567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934E2-CE9A-8752-058E-DC7D0C5D059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D2F1F47-3675-4F8C-3867-5E9F3BA88A4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BABCC-D658-7750-A287-DFF336F01E84}"/>
              </a:ext>
            </a:extLst>
          </p:cNvPr>
          <p:cNvSpPr/>
          <p:nvPr/>
        </p:nvSpPr>
        <p:spPr>
          <a:xfrm>
            <a:off x="514350" y="1337026"/>
            <a:ext cx="9553286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늘 침묵하며 홀로 있는 것을 고수하는 고독한 총사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침착한 성격으로 적의 공격을 피하며 섬멸한다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53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설계와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514350" y="1337026"/>
            <a:ext cx="7162800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적의 공격을 회피하고 섬멸하는 총사 캐릭터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원거리 딜러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적에게 확정 크리티컬 공격과 빠른 공격을 활용해 제거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없음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스텟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원거리 공격력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명중률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공격 속도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크리티컬 확률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1E1E-2BDA-3BF1-DEB3-8EAC28A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E9E836-A7A7-AFCD-A42E-B321E6807C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32554F-B88F-5813-EA4A-53C57D3827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57E4B5C-91A6-BED1-2E57-A58D3E780A7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93B04C-8061-7673-7099-74FE7BFE9E6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3E0C34C-8692-45CE-6FDA-2FF1236587BE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1B48A-12D6-DC4F-C785-6276B909EF45}"/>
              </a:ext>
            </a:extLst>
          </p:cNvPr>
          <p:cNvSpPr txBox="1"/>
          <p:nvPr/>
        </p:nvSpPr>
        <p:spPr>
          <a:xfrm>
            <a:off x="765462" y="3796574"/>
            <a:ext cx="3049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회피 기동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적이 일정 범위 내로 자신에게 진입하면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뒤로 이동하고 반격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세라피엘의 재빠른 몸놀림을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593C-5863-9438-86F2-65909A019421}"/>
              </a:ext>
            </a:extLst>
          </p:cNvPr>
          <p:cNvSpPr txBox="1"/>
          <p:nvPr/>
        </p:nvSpPr>
        <p:spPr>
          <a:xfrm>
            <a:off x="4746913" y="3796574"/>
            <a:ext cx="284537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명사수</a:t>
            </a:r>
            <a:endParaRPr lang="en-US" altLang="ko-KR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상한선을 넘어 일정 숫자만큼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자신의 크리티컬 확률이 증가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침착하게 적의 급소를 노리는 냉정한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캐릭터 성격을 반영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5985-E28D-B5B0-A5E0-534FFB0F289D}"/>
              </a:ext>
            </a:extLst>
          </p:cNvPr>
          <p:cNvSpPr txBox="1"/>
          <p:nvPr/>
        </p:nvSpPr>
        <p:spPr>
          <a:xfrm>
            <a:off x="8728363" y="3824712"/>
            <a:ext cx="284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종말의 선언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범위 내 모든 적에게 초당 원거리 피해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세라피엘의 숙련된 사격 실력을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D3F834-9CF1-5999-3180-B7D71B507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27" y="1935477"/>
            <a:ext cx="1699145" cy="15951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BFF427-DE9A-11AD-1B86-9132D5DA8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054" y="1827526"/>
            <a:ext cx="1829891" cy="17030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2983814-287C-6F70-E86C-F94744810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928" y="1763470"/>
            <a:ext cx="1699145" cy="175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2E892-2F01-C1CB-BDB5-09196CE8F95C}"/>
              </a:ext>
            </a:extLst>
          </p:cNvPr>
          <p:cNvSpPr txBox="1"/>
          <p:nvPr/>
        </p:nvSpPr>
        <p:spPr>
          <a:xfrm>
            <a:off x="5400673" y="1604916"/>
            <a:ext cx="5193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후드와 가면을 착용함으로써 침묵과 고독함을 표현</a:t>
            </a:r>
            <a:endParaRPr lang="en-US" altLang="ko-KR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빠르고 날렵함을 보여주기 위한 얇고 가벼운 복장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컬러 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흰색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검은색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4BA15E-FF2D-28AD-57EF-40FF271E0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3" y="1604916"/>
            <a:ext cx="3295652" cy="46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181</Words>
  <Application>Microsoft Office PowerPoint</Application>
  <PresentationFormat>와이드스크린</PresentationFormat>
  <Paragraphs>54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217</cp:revision>
  <dcterms:created xsi:type="dcterms:W3CDTF">2026-06-16T06:11:28Z</dcterms:created>
  <dcterms:modified xsi:type="dcterms:W3CDTF">2026-08-28T06:14:48Z</dcterms:modified>
</cp:coreProperties>
</file>