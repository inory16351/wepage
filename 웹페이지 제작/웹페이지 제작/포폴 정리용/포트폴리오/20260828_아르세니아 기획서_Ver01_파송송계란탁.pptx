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63" r:id="rId4"/>
    <p:sldId id="274" r:id="rId5"/>
    <p:sldId id="264" r:id="rId6"/>
    <p:sldId id="276" r:id="rId7"/>
    <p:sldId id="27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820F"/>
    <a:srgbClr val="FAEBAC"/>
    <a:srgbClr val="ECFEA8"/>
    <a:srgbClr val="3D3D3D"/>
    <a:srgbClr val="232323"/>
    <a:srgbClr val="918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69DA-3B00-40B1-8C94-EC3ACF2114F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9B549-66CE-458A-8F38-08C32E015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79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848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3417-7171-F235-4D6C-C41C7F7D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9EB2BE-99DC-9AF3-C143-93F8A9387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160AC9-F7D8-D414-6321-102A1EE60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78C182-F629-ED68-9073-7F5FE6908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47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41F3-EA30-EA64-5DED-9D123FE7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4CB7E0-0BFE-CCFE-C308-2896FD50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F31D18-EF43-A9C7-9E0F-883305D5B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1BEFE5-A720-C90D-1F2A-090F9A91A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588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3257-F062-FA46-CD90-D69661CFF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1E001-2C14-180A-9232-DF8FD3756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7ED2E-B844-4C6F-2387-BEDDEB7C9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AD012-6683-E79C-EFDC-4F279378B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83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F7831-AE2D-DD19-8253-04AAF440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EA800B-7A53-2DD4-A4D0-DE5576FD6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1E5724-3BF6-5B5C-90E1-55B8BBA5E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2B287-E2BB-DEA8-C991-FC23E7862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99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32820-733B-207F-A6DE-37F9D056F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19287F-9ABD-2880-1AEC-38146D627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254FD3-9DF5-CDFA-9E53-B8A7E11B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C691E-D80C-A2DB-D27C-F0F6950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1386C-3745-EF7E-93CF-F5582F16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04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2F53B-2401-653D-93FD-A23C9AF4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4724E6-614B-D7FA-5DC3-8D897890E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48EA8-5C26-9FE7-4D66-DED52D68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B3851-17BF-D999-4E32-DC82A82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EE5C6-7693-A3C9-97AC-32098157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70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2B294-DE91-2D82-13CC-9BDA21E5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D06694-615F-8CF5-EB17-FCF4243D8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85732-FE34-EA60-79B8-325B4AE9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8FC35-EE66-90A5-4CC2-D993CD50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9B6D4-CDF7-DA49-196F-148F1B10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163F9-F19D-63AB-6797-51533FEF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D4F1F-83C6-BCAA-2872-057C34802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6F6B9A-DC26-89F9-9133-D86908EB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1DE685-7623-55E0-A776-5E7D537F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4641BA-A8D8-F92D-9BCF-3DA1979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E8337E-8426-363C-D50D-30394494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3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3311-88AE-291D-F521-D4D1672F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31E7C0-32F9-2B20-C90D-D8726024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4A6B53-37AE-CD42-8F21-62EEF942B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FA8692-EB82-C576-B4D7-86419FCDC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B2E105-4DE6-E126-30C1-EFEC6C50A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F91248-7E4C-81A9-22D0-E326429E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CAE034-F322-5690-DC3D-2DE0B210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66B860-DF12-4AF3-521F-B07D7772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D72E1-A4F0-DE9C-9F77-111987D0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73ACFC-5E41-2162-877E-3A18248B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17BDA1-CF44-2BD8-AF24-A38117C1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CB21A-6980-9DD2-A530-786B8AF0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85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44BB32-CC72-8140-AE57-35591701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DEB00C-F0A4-5E1C-34A9-18C9A7C4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B051E-BB9F-8493-BBD2-AF2774E1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44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BBDA2-A989-1D69-F7DA-BA5F7A1B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6708E-2896-1898-2EC6-7A587E91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2A1D1D-4A9B-C98E-BD4E-84FE95D88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A0233B-6312-119A-A5A8-5BC43458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0C1805-423D-8458-63CB-CB0D82C1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DF691-8EB5-66D3-577F-4D12681E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5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C562B-221E-C57B-337D-CC0FAF38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728703-100D-CC92-94FE-35D89D94B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EA9FE9-18BF-F994-ADF8-AC763D4A5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D918EB-B393-DC79-0E9E-F787EECB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A8F70-8162-0203-2E8C-1A0671AD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D50B90-DFFB-513D-5293-D1B79341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6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F9D3E-0802-CE3F-92DD-14FAFBF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29531-EB31-CC69-1225-A4EB9A850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68F0A-7ACE-C552-82C0-518FEFB0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A87F0-4C36-29C6-952B-D70B23EC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DDF44C-4998-DA54-B21F-9ED07B96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16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6312C1-3868-945A-11BB-766F8935F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AFF5EA-6B11-15C1-D601-3303C0B3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EA6768-2A81-7E03-A0BB-1AB62575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DAA29-09D0-AAF6-1979-33E53F84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14D843-12AF-1E50-EDCC-8B6BF53B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4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C471B-ED35-3759-AC3D-C615889D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4620F-C139-47D4-8124-C0D45637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632F4-9189-7BA0-E51B-C65D81C26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3AA7DE-A4C9-A115-CC2F-8FF35157B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B5E12-F906-4723-42E6-A653E7477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4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11EC471-29AB-B731-6E43-3CFC7833B0C0}"/>
              </a:ext>
            </a:extLst>
          </p:cNvPr>
          <p:cNvCxnSpPr>
            <a:cxnSpLocks/>
          </p:cNvCxnSpPr>
          <p:nvPr/>
        </p:nvCxnSpPr>
        <p:spPr>
          <a:xfrm>
            <a:off x="2914650" y="2419350"/>
            <a:ext cx="6362700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EB96F19-D9E3-CBE7-295C-ADC8EE8A2ACC}"/>
              </a:ext>
            </a:extLst>
          </p:cNvPr>
          <p:cNvCxnSpPr>
            <a:cxnSpLocks/>
          </p:cNvCxnSpPr>
          <p:nvPr/>
        </p:nvCxnSpPr>
        <p:spPr>
          <a:xfrm>
            <a:off x="3529012" y="4171950"/>
            <a:ext cx="5133975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6FB40F-6B7D-6066-C5AD-CF8262EAD0B6}"/>
              </a:ext>
            </a:extLst>
          </p:cNvPr>
          <p:cNvSpPr/>
          <p:nvPr/>
        </p:nvSpPr>
        <p:spPr>
          <a:xfrm>
            <a:off x="0" y="26788"/>
            <a:ext cx="12192000" cy="6851904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3064F73-26E0-9A1E-7E40-528EC7CFE690}"/>
              </a:ext>
            </a:extLst>
          </p:cNvPr>
          <p:cNvSpPr txBox="1">
            <a:spLocks/>
          </p:cNvSpPr>
          <p:nvPr/>
        </p:nvSpPr>
        <p:spPr>
          <a:xfrm>
            <a:off x="1524000" y="2884892"/>
            <a:ext cx="9144000" cy="8048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4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아르세니아 </a:t>
            </a:r>
            <a:r>
              <a:rPr lang="ko-KR" altLang="en-US" sz="4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기획서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FC0D6BA-AF72-D247-299C-27E8DE551646}"/>
              </a:ext>
            </a:extLst>
          </p:cNvPr>
          <p:cNvCxnSpPr>
            <a:cxnSpLocks/>
          </p:cNvCxnSpPr>
          <p:nvPr/>
        </p:nvCxnSpPr>
        <p:spPr>
          <a:xfrm>
            <a:off x="2914650" y="2416302"/>
            <a:ext cx="6362700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9374A27-07E7-5E99-5870-BC72B68A5278}"/>
              </a:ext>
            </a:extLst>
          </p:cNvPr>
          <p:cNvCxnSpPr>
            <a:cxnSpLocks/>
          </p:cNvCxnSpPr>
          <p:nvPr/>
        </p:nvCxnSpPr>
        <p:spPr>
          <a:xfrm>
            <a:off x="3529012" y="4168902"/>
            <a:ext cx="5133975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부제목 2">
            <a:extLst>
              <a:ext uri="{FF2B5EF4-FFF2-40B4-BE49-F238E27FC236}">
                <a16:creationId xmlns:a16="http://schemas.microsoft.com/office/drawing/2014/main" id="{8B03D236-553D-0D31-8CF2-8577EAE12AAD}"/>
              </a:ext>
            </a:extLst>
          </p:cNvPr>
          <p:cNvSpPr txBox="1">
            <a:spLocks/>
          </p:cNvSpPr>
          <p:nvPr/>
        </p:nvSpPr>
        <p:spPr>
          <a:xfrm>
            <a:off x="7159391" y="5771119"/>
            <a:ext cx="3433913" cy="1247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작성 날짜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팀명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DD1023EA-F708-AE8C-1DEB-C76BE1234D9D}"/>
              </a:ext>
            </a:extLst>
          </p:cNvPr>
          <p:cNvSpPr txBox="1">
            <a:spLocks/>
          </p:cNvSpPr>
          <p:nvPr/>
        </p:nvSpPr>
        <p:spPr>
          <a:xfrm>
            <a:off x="10593305" y="5771119"/>
            <a:ext cx="1388164" cy="106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2026-08-28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파송송계란탁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225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버전 이력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975D8A-26F4-5D36-A891-211D00025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419085"/>
              </p:ext>
            </p:extLst>
          </p:nvPr>
        </p:nvGraphicFramePr>
        <p:xfrm>
          <a:off x="933449" y="1567391"/>
          <a:ext cx="106365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827">
                  <a:extLst>
                    <a:ext uri="{9D8B030D-6E8A-4147-A177-3AD203B41FA5}">
                      <a16:colId xmlns:a16="http://schemas.microsoft.com/office/drawing/2014/main" val="3786120376"/>
                    </a:ext>
                  </a:extLst>
                </a:gridCol>
                <a:gridCol w="1970221">
                  <a:extLst>
                    <a:ext uri="{9D8B030D-6E8A-4147-A177-3AD203B41FA5}">
                      <a16:colId xmlns:a16="http://schemas.microsoft.com/office/drawing/2014/main" val="2858413344"/>
                    </a:ext>
                  </a:extLst>
                </a:gridCol>
                <a:gridCol w="937750">
                  <a:extLst>
                    <a:ext uri="{9D8B030D-6E8A-4147-A177-3AD203B41FA5}">
                      <a16:colId xmlns:a16="http://schemas.microsoft.com/office/drawing/2014/main" val="3045890756"/>
                    </a:ext>
                  </a:extLst>
                </a:gridCol>
                <a:gridCol w="937749">
                  <a:extLst>
                    <a:ext uri="{9D8B030D-6E8A-4147-A177-3AD203B41FA5}">
                      <a16:colId xmlns:a16="http://schemas.microsoft.com/office/drawing/2014/main" val="2945942306"/>
                    </a:ext>
                  </a:extLst>
                </a:gridCol>
                <a:gridCol w="4820963">
                  <a:extLst>
                    <a:ext uri="{9D8B030D-6E8A-4147-A177-3AD203B41FA5}">
                      <a16:colId xmlns:a16="http://schemas.microsoft.com/office/drawing/2014/main" val="946651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시작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완료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버전명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담당자</a:t>
                      </a:r>
                    </a:p>
                  </a:txBody>
                  <a:tcPr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B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3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2026-08-28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2026-08-28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Ver01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이동현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초안 작성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82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83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0A4DC5-C211-F967-85CA-BD636966C22A}"/>
              </a:ext>
            </a:extLst>
          </p:cNvPr>
          <p:cNvSpPr/>
          <p:nvPr/>
        </p:nvSpPr>
        <p:spPr>
          <a:xfrm>
            <a:off x="1404937" y="1676309"/>
            <a:ext cx="5403273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필수 포함 요소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컨셉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설계와 역할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외형(일러스트 /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인게임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모션)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22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F22E-1086-D428-2D53-14255979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CB5E425-B139-6B63-DDC2-6F73FCFF42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409784C-4C68-8AC6-003F-BD3ABF080C6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DA5ED81D-F3BA-3A09-3D1B-CB55E0615672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A934E2-CE9A-8752-058E-DC7D0C5D0599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D2F1F47-3675-4F8C-3867-5E9F3BA88A4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5BABCC-D658-7750-A287-DFF336F01E84}"/>
              </a:ext>
            </a:extLst>
          </p:cNvPr>
          <p:cNvSpPr/>
          <p:nvPr/>
        </p:nvSpPr>
        <p:spPr>
          <a:xfrm>
            <a:off x="514350" y="1337026"/>
            <a:ext cx="9553286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성역을 위해 사용할 약물을 배합하던 중 사고로 신체 일부를 잃은 불완전한 천사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상처를 입어 근접전을 벌이지는 못하지만 뛰어난 약물 조제 실력과</a:t>
            </a:r>
            <a:b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마법 기술로 아군을 보조하고 적에게 디버프를 부여한다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532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78DCC-58F5-21FB-9519-B6A65E90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EE7A017-72C2-ED5A-AA6A-3F34866DE0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146FCAE-B801-C7F3-2BBB-228118D43A7F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BAFC51B0-CCF4-E93E-441A-BB372F050E56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1B7F75B-C9DF-F728-7D56-425811383757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6CE89CF5-2356-35D1-1954-EC752A907C87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설계와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1805AB-26BC-BB57-5E3C-D59A1A4EDC93}"/>
              </a:ext>
            </a:extLst>
          </p:cNvPr>
          <p:cNvSpPr/>
          <p:nvPr/>
        </p:nvSpPr>
        <p:spPr>
          <a:xfrm>
            <a:off x="514350" y="1337026"/>
            <a:ext cx="7162800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아군을 회복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보조하고 적은 불리하게 만드는 연금술사 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주역할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지원가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높은 크리티컬 계수를 통해 아군 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명을 크게 회복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부역할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마법 딜러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아군 회복을 보조하면서 적의 행동은 제한하거나 일정 계수의 범위 피해를 입힘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스텟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회복력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마법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명중률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크리티컬 확률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401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71E1E-2BDA-3BF1-DEB3-8EAC28A6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7E9E836-A7A7-AFCD-A42E-B321E6807C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332554F-B88F-5813-EA4A-53C57D382752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657E4B5C-91A6-BED1-2E57-A58D3E780A7E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693B04C-8061-7673-7099-74FE7BFE9E61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E3E0C34C-8692-45CE-6FDA-2FF1236587BE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스킬 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1B48A-12D6-DC4F-C785-6276B909EF45}"/>
              </a:ext>
            </a:extLst>
          </p:cNvPr>
          <p:cNvSpPr txBox="1"/>
          <p:nvPr/>
        </p:nvSpPr>
        <p:spPr>
          <a:xfrm>
            <a:off x="765462" y="3796574"/>
            <a:ext cx="304915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불안정성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자신의 공격과 회복 모두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명중률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크리티컬 확률 적용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아르세니아가 약을 제조하는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연금술사임을 반영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8593C-5863-9438-86F2-65909A019421}"/>
              </a:ext>
            </a:extLst>
          </p:cNvPr>
          <p:cNvSpPr txBox="1"/>
          <p:nvPr/>
        </p:nvSpPr>
        <p:spPr>
          <a:xfrm>
            <a:off x="4746912" y="3796574"/>
            <a:ext cx="29492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성스러운 축복</a:t>
            </a:r>
            <a:endParaRPr lang="en-US" altLang="ko-KR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자신 주변 범위 내 아군이 있는 자리에 물약을 던져 일정 시간 동안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 범위의 아군은 받는 회복량을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증가시키고 적에게는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초당 마법 피해를 입힘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성역과 아군을 위해 헌신하는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아르세니아의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상냥함을 표현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D5985-E28D-B5B0-A5E0-534FFB0F289D}"/>
              </a:ext>
            </a:extLst>
          </p:cNvPr>
          <p:cNvSpPr txBox="1"/>
          <p:nvPr/>
        </p:nvSpPr>
        <p:spPr>
          <a:xfrm>
            <a:off x="8728362" y="3824712"/>
            <a:ext cx="302548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완성되지 못한 고귀함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자신 주변 범위 내 적이 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마리일 경우 발동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범위 내 모든 적에게 마법 피해를 주고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자신은 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동안 행동 불가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아르세니아가 본래 가지고 있던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강력한 천사의 힘과 그 대가를 반영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91A79F-292A-47E1-DB0F-59970F2B7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28" y="1913984"/>
            <a:ext cx="1672886" cy="16216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82D76BA-4BDF-A8D6-E9EE-AF6AE6504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671" y="1783792"/>
            <a:ext cx="1868658" cy="175186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A9E91DA-EF0F-F33E-786A-EAD89B442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9254" y="1783792"/>
            <a:ext cx="1787745" cy="169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9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074D-5EB8-14A1-1735-CB35185A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8513736-9865-C360-2DF3-F75339871F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ABE775F-FBDF-A787-FBFA-A525E34D4200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1A1945F7-617B-E22C-0F90-F29B2F413FD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3455087-42AD-90AC-4240-3CDBDEDC4FCC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B3B8C38F-6B4C-B0BE-DC31-EBF8889FE2D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2E892-2F01-C1CB-BDB5-09196CE8F95C}"/>
              </a:ext>
            </a:extLst>
          </p:cNvPr>
          <p:cNvSpPr txBox="1"/>
          <p:nvPr/>
        </p:nvSpPr>
        <p:spPr>
          <a:xfrm>
            <a:off x="5400673" y="1604916"/>
            <a:ext cx="51934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상처를 입어 정상적인 상태가 아님을 보여주도록</a:t>
            </a:r>
            <a:b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신체 일부가 없는 상태</a:t>
            </a:r>
            <a:endParaRPr lang="en-US" altLang="ko-KR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뛰어난 연금술사임을 상징하는 황금색 장신구를 장착</a:t>
            </a:r>
            <a:b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포인트 컬러 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검은색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흰색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황금색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FBC651-F56E-486F-8AF0-4A1C983AF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3" y="1533523"/>
            <a:ext cx="3169519" cy="475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8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</TotalTime>
  <Words>255</Words>
  <Application>Microsoft Office PowerPoint</Application>
  <PresentationFormat>와이드스크린</PresentationFormat>
  <Paragraphs>56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Noto Sans KR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222</cp:revision>
  <dcterms:created xsi:type="dcterms:W3CDTF">2026-06-16T06:11:28Z</dcterms:created>
  <dcterms:modified xsi:type="dcterms:W3CDTF">2026-08-28T06:49:56Z</dcterms:modified>
</cp:coreProperties>
</file>