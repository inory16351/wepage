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73" r:id="rId3"/>
    <p:sldId id="263" r:id="rId4"/>
    <p:sldId id="274" r:id="rId5"/>
    <p:sldId id="264" r:id="rId6"/>
    <p:sldId id="276" r:id="rId7"/>
    <p:sldId id="27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820F"/>
    <a:srgbClr val="FAEBAC"/>
    <a:srgbClr val="ECFEA8"/>
    <a:srgbClr val="3D3D3D"/>
    <a:srgbClr val="232323"/>
    <a:srgbClr val="9181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7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569DA-3B00-40B1-8C94-EC3ACF2114F8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9B549-66CE-458A-8F38-08C32E015C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796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848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0BD38-8BCB-8E75-8316-2B74F9EEB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F94498-ADEB-E587-18D3-DF904BB0D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00E19E-1B8D-61CE-6545-D152B4642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940C0D-CB2A-CE0F-E209-15B635AE0D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930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0BD38-8BCB-8E75-8316-2B74F9EEB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F94498-ADEB-E587-18D3-DF904BB0D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00E19E-1B8D-61CE-6545-D152B4642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940C0D-CB2A-CE0F-E209-15B635AE0D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930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43417-7171-F235-4D6C-C41C7F7D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9EB2BE-99DC-9AF3-C143-93F8A9387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160AC9-F7D8-D414-6321-102A1EE60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78C182-F629-ED68-9073-7F5FE6908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447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41F3-EA30-EA64-5DED-9D123FE74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4CB7E0-0BFE-CCFE-C308-2896FD506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F31D18-EF43-A9C7-9E0F-883305D5B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1BEFE5-A720-C90D-1F2A-090F9A91A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588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03257-F062-FA46-CD90-D69661CFF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91E001-2C14-180A-9232-DF8FD3756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47ED2E-B844-4C6F-2387-BEDDEB7C9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8AD012-6683-E79C-EFDC-4F279378B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083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F7831-AE2D-DD19-8253-04AAF440C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EA800B-7A53-2DD4-A4D0-DE5576FD6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1E5724-3BF6-5B5C-90E1-55B8BBA5E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02B287-E2BB-DEA8-C991-FC23E7862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799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B32820-733B-207F-A6DE-37F9D056F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19287F-9ABD-2880-1AEC-38146D627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254FD3-9DF5-CDFA-9E53-B8A7E11B7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0C691E-D80C-A2DB-D27C-F0F69509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E1386C-3745-EF7E-93CF-F5582F16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048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2F53B-2401-653D-93FD-A23C9AF4F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4724E6-614B-D7FA-5DC3-8D897890E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648EA8-5C26-9FE7-4D66-DED52D68F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5B3851-17BF-D999-4E32-DC82A822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1EE5C6-7693-A3C9-97AC-32098157E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701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B2B294-DE91-2D82-13CC-9BDA21E54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D06694-615F-8CF5-EB17-FCF4243D8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485732-FE34-EA60-79B8-325B4AE92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8FC35-EE66-90A5-4CC2-D993CD50E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E9B6D4-CDF7-DA49-196F-148F1B10D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1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163F9-F19D-63AB-6797-51533FEF1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BD4F1F-83C6-BCAA-2872-057C348023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6F6B9A-DC26-89F9-9133-D86908EBD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1DE685-7623-55E0-A776-5E7D537FD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4641BA-A8D8-F92D-9BCF-3DA197900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E8337E-8426-363C-D50D-30394494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3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073311-88AE-291D-F521-D4D1672F6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31E7C0-32F9-2B20-C90D-D87260247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4A6B53-37AE-CD42-8F21-62EEF942B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FA8692-EB82-C576-B4D7-86419FCDC3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B2E105-4DE6-E126-30C1-EFEC6C50AA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8F91248-7E4C-81A9-22D0-E326429EA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8CAE034-F322-5690-DC3D-2DE0B210E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66B860-DF12-4AF3-521F-B07D7772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61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D72E1-A4F0-DE9C-9F77-111987D0C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73ACFC-5E41-2162-877E-3A18248BB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817BDA1-CF44-2BD8-AF24-A38117C14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8CB21A-6980-9DD2-A530-786B8AF0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858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44BB32-CC72-8140-AE57-355917018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DEB00C-F0A4-5E1C-34A9-18C9A7C4D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2B051E-BB9F-8493-BBD2-AF2774E1F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448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FBBDA2-A989-1D69-F7DA-BA5F7A1B0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6708E-2896-1898-2EC6-7A587E917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2A1D1D-4A9B-C98E-BD4E-84FE95D88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A0233B-6312-119A-A5A8-5BC43458C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0C1805-423D-8458-63CB-CB0D82C14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5DF691-8EB5-66D3-577F-4D12681EB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57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CC562B-221E-C57B-337D-CC0FAF38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728703-100D-CC92-94FE-35D89D94B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EA9FE9-18BF-F994-ADF8-AC763D4A5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D918EB-B393-DC79-0E9E-F787EECB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4A8F70-8162-0203-2E8C-1A0671AD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D50B90-DFFB-513D-5293-D1B793414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566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7F9D3E-0802-CE3F-92DD-14FAFBF1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829531-EB31-CC69-1225-A4EB9A850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68F0A-7ACE-C552-82C0-518FEFB0F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EA87F0-4C36-29C6-952B-D70B23EC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DDF44C-4998-DA54-B21F-9ED07B96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164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6312C1-3868-945A-11BB-766F8935F8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AFF5EA-6B11-15C1-D601-3303C0B35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EA6768-2A81-7E03-A0BB-1AB625754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DDAA29-09D0-AAF6-1979-33E53F84F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14D843-12AF-1E50-EDCC-8B6BF53B3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64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0">
              <a:schemeClr val="tx1"/>
            </a:gs>
            <a:gs pos="100000">
              <a:schemeClr val="accent1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08C471B-ED35-3759-AC3D-C615889D9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14620F-C139-47D4-8124-C0D45637C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632F4-9189-7BA0-E51B-C65D81C26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3AA7DE-A4C9-A115-CC2F-8FF35157B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1B5E12-F906-4723-42E6-A653E7477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40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0">
              <a:schemeClr val="tx1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11EC471-29AB-B731-6E43-3CFC7833B0C0}"/>
              </a:ext>
            </a:extLst>
          </p:cNvPr>
          <p:cNvCxnSpPr>
            <a:cxnSpLocks/>
          </p:cNvCxnSpPr>
          <p:nvPr/>
        </p:nvCxnSpPr>
        <p:spPr>
          <a:xfrm>
            <a:off x="2914650" y="2419350"/>
            <a:ext cx="6362700" cy="0"/>
          </a:xfrm>
          <a:prstGeom prst="line">
            <a:avLst/>
          </a:prstGeom>
          <a:ln w="254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EB96F19-D9E3-CBE7-295C-ADC8EE8A2ACC}"/>
              </a:ext>
            </a:extLst>
          </p:cNvPr>
          <p:cNvCxnSpPr>
            <a:cxnSpLocks/>
          </p:cNvCxnSpPr>
          <p:nvPr/>
        </p:nvCxnSpPr>
        <p:spPr>
          <a:xfrm>
            <a:off x="3529012" y="4171950"/>
            <a:ext cx="5133975" cy="0"/>
          </a:xfrm>
          <a:prstGeom prst="line">
            <a:avLst/>
          </a:prstGeom>
          <a:ln w="254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A6FB40F-6B7D-6066-C5AD-CF8262EAD0B6}"/>
              </a:ext>
            </a:extLst>
          </p:cNvPr>
          <p:cNvSpPr/>
          <p:nvPr/>
        </p:nvSpPr>
        <p:spPr>
          <a:xfrm>
            <a:off x="0" y="26788"/>
            <a:ext cx="12192000" cy="6851904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E3064F73-26E0-9A1E-7E40-528EC7CFE690}"/>
              </a:ext>
            </a:extLst>
          </p:cNvPr>
          <p:cNvSpPr txBox="1">
            <a:spLocks/>
          </p:cNvSpPr>
          <p:nvPr/>
        </p:nvSpPr>
        <p:spPr>
          <a:xfrm>
            <a:off x="1524000" y="2884892"/>
            <a:ext cx="9144000" cy="8048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4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엘린 </a:t>
            </a:r>
            <a:r>
              <a:rPr lang="ko-KR" altLang="en-US" sz="44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기획서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FC0D6BA-AF72-D247-299C-27E8DE551646}"/>
              </a:ext>
            </a:extLst>
          </p:cNvPr>
          <p:cNvCxnSpPr>
            <a:cxnSpLocks/>
          </p:cNvCxnSpPr>
          <p:nvPr/>
        </p:nvCxnSpPr>
        <p:spPr>
          <a:xfrm>
            <a:off x="2914650" y="2416302"/>
            <a:ext cx="6362700" cy="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9374A27-07E7-5E99-5870-BC72B68A5278}"/>
              </a:ext>
            </a:extLst>
          </p:cNvPr>
          <p:cNvCxnSpPr>
            <a:cxnSpLocks/>
          </p:cNvCxnSpPr>
          <p:nvPr/>
        </p:nvCxnSpPr>
        <p:spPr>
          <a:xfrm>
            <a:off x="3529012" y="4168902"/>
            <a:ext cx="5133975" cy="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부제목 2">
            <a:extLst>
              <a:ext uri="{FF2B5EF4-FFF2-40B4-BE49-F238E27FC236}">
                <a16:creationId xmlns:a16="http://schemas.microsoft.com/office/drawing/2014/main" id="{8B03D236-553D-0D31-8CF2-8577EAE12AAD}"/>
              </a:ext>
            </a:extLst>
          </p:cNvPr>
          <p:cNvSpPr txBox="1">
            <a:spLocks/>
          </p:cNvSpPr>
          <p:nvPr/>
        </p:nvSpPr>
        <p:spPr>
          <a:xfrm>
            <a:off x="7159391" y="5771119"/>
            <a:ext cx="3433913" cy="1247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작성 날짜</a:t>
            </a:r>
            <a:b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</a:br>
            <a:r>
              <a:rPr lang="ko-KR" altLang="en-US" sz="1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팀명</a:t>
            </a:r>
            <a:endParaRPr lang="ko-KR" altLang="en-US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DD1023EA-F708-AE8C-1DEB-C76BE1234D9D}"/>
              </a:ext>
            </a:extLst>
          </p:cNvPr>
          <p:cNvSpPr txBox="1">
            <a:spLocks/>
          </p:cNvSpPr>
          <p:nvPr/>
        </p:nvSpPr>
        <p:spPr>
          <a:xfrm>
            <a:off x="10593305" y="5771119"/>
            <a:ext cx="1388164" cy="1060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2026-08-28</a:t>
            </a:r>
            <a:b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</a:br>
            <a:r>
              <a:rPr lang="ko-KR" altLang="en-US" sz="1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파송송계란탁</a:t>
            </a:r>
            <a:endParaRPr lang="ko-KR" altLang="en-US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2258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DBE07-0098-1A2B-4723-12FB391F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B00F01E-2B75-7143-F302-C0FF429274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E017A63-B1CB-685D-51A7-AB2FD31BB9BD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0E8D3DC3-E0ED-9306-1614-04823FE28359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950224A-520B-647A-3C98-F99010FDE8DD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393610AD-4341-ABB1-AA9F-A4CD0C025DEA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버전 이력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7975D8A-26F4-5D36-A891-211D00025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419085"/>
              </p:ext>
            </p:extLst>
          </p:nvPr>
        </p:nvGraphicFramePr>
        <p:xfrm>
          <a:off x="933449" y="1567391"/>
          <a:ext cx="1063651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9827">
                  <a:extLst>
                    <a:ext uri="{9D8B030D-6E8A-4147-A177-3AD203B41FA5}">
                      <a16:colId xmlns:a16="http://schemas.microsoft.com/office/drawing/2014/main" val="3786120376"/>
                    </a:ext>
                  </a:extLst>
                </a:gridCol>
                <a:gridCol w="1970221">
                  <a:extLst>
                    <a:ext uri="{9D8B030D-6E8A-4147-A177-3AD203B41FA5}">
                      <a16:colId xmlns:a16="http://schemas.microsoft.com/office/drawing/2014/main" val="2858413344"/>
                    </a:ext>
                  </a:extLst>
                </a:gridCol>
                <a:gridCol w="937750">
                  <a:extLst>
                    <a:ext uri="{9D8B030D-6E8A-4147-A177-3AD203B41FA5}">
                      <a16:colId xmlns:a16="http://schemas.microsoft.com/office/drawing/2014/main" val="3045890756"/>
                    </a:ext>
                  </a:extLst>
                </a:gridCol>
                <a:gridCol w="937749">
                  <a:extLst>
                    <a:ext uri="{9D8B030D-6E8A-4147-A177-3AD203B41FA5}">
                      <a16:colId xmlns:a16="http://schemas.microsoft.com/office/drawing/2014/main" val="2945942306"/>
                    </a:ext>
                  </a:extLst>
                </a:gridCol>
                <a:gridCol w="4820963">
                  <a:extLst>
                    <a:ext uri="{9D8B030D-6E8A-4147-A177-3AD203B41FA5}">
                      <a16:colId xmlns:a16="http://schemas.microsoft.com/office/drawing/2014/main" val="946651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시작 일자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완료 일자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버전명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담당자</a:t>
                      </a:r>
                    </a:p>
                  </a:txBody>
                  <a:tcPr>
                    <a:lnR w="12700" cmpd="sng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내용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B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430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2026-08-28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2026-08-28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Ver01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이동현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초안 작성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82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3834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DBE07-0098-1A2B-4723-12FB391F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B00F01E-2B75-7143-F302-C0FF429274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E017A63-B1CB-685D-51A7-AB2FD31BB9BD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0E8D3DC3-E0ED-9306-1614-04823FE28359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950224A-520B-647A-3C98-F99010FDE8DD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393610AD-4341-ABB1-AA9F-A4CD0C025DEA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제목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0A4DC5-C211-F967-85CA-BD636966C22A}"/>
              </a:ext>
            </a:extLst>
          </p:cNvPr>
          <p:cNvSpPr/>
          <p:nvPr/>
        </p:nvSpPr>
        <p:spPr>
          <a:xfrm>
            <a:off x="1404937" y="1676309"/>
            <a:ext cx="5403273" cy="4294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필수 포함 요소</a:t>
            </a: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컨셉</a:t>
            </a:r>
            <a:endParaRPr lang="ko-KR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설계와 역할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스킬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종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외형(일러스트 /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인게임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모션)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8228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9F22E-1086-D428-2D53-14255979D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CB5E425-B139-6B63-DDC2-6F73FCFF42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409784C-4C68-8AC6-003F-BD3ABF080C6D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DA5ED81D-F3BA-3A09-3D1B-CB55E0615672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3A934E2-CE9A-8752-058E-DC7D0C5D0599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3D2F1F47-3675-4F8C-3867-5E9F3BA88A4C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컨셉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85BABCC-D658-7750-A287-DFF336F01E84}"/>
              </a:ext>
            </a:extLst>
          </p:cNvPr>
          <p:cNvSpPr/>
          <p:nvPr/>
        </p:nvSpPr>
        <p:spPr>
          <a:xfrm>
            <a:off x="514350" y="1337026"/>
            <a:ext cx="9553286" cy="4294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성역을 사랑하는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 온화하고 섬세한 성격의 파수꾼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b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악마와의 전쟁에 휘말려 눈을 잃고 말았지만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이기기 위해서라면</a:t>
            </a:r>
            <a:b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자신조차 희생 시킬 수 있는 강인한 정신력을 가지고 있다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4532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78DCC-58F5-21FB-9519-B6A65E90B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EE7A017-72C2-ED5A-AA6A-3F34866DE0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146FCAE-B801-C7F3-2BBB-228118D43A7F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BAFC51B0-CCF4-E93E-441A-BB372F050E56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1B7F75B-C9DF-F728-7D56-425811383757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6CE89CF5-2356-35D1-1954-EC752A907C87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설계와 역할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61805AB-26BC-BB57-5E3C-D59A1A4EDC93}"/>
              </a:ext>
            </a:extLst>
          </p:cNvPr>
          <p:cNvSpPr/>
          <p:nvPr/>
        </p:nvSpPr>
        <p:spPr>
          <a:xfrm>
            <a:off x="514350" y="1337026"/>
            <a:ext cx="7162800" cy="4294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성역을 위해서라면 스스로를 희생시킬 수 있는 파수꾼 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주역할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마법 딜러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자신의 체력을 소모하고 아군의 시야를 이용해 더 먼 거리에서 공격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부역할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지원가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자신의 체력을 소모해 아군을 크게 회복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핵심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스텟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마법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공격 속도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4013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71E1E-2BDA-3BF1-DEB3-8EAC28A68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7E9E836-A7A7-AFCD-A42E-B321E6807C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332554F-B88F-5813-EA4A-53C57D382752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657E4B5C-91A6-BED1-2E57-A58D3E780A7E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693B04C-8061-7673-7099-74FE7BFE9E61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E3E0C34C-8692-45CE-6FDA-2FF1236587BE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스킬 </a:t>
            </a:r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01B48A-12D6-DC4F-C785-6276B909EF45}"/>
              </a:ext>
            </a:extLst>
          </p:cNvPr>
          <p:cNvSpPr txBox="1"/>
          <p:nvPr/>
        </p:nvSpPr>
        <p:spPr>
          <a:xfrm>
            <a:off x="765462" y="3796574"/>
            <a:ext cx="30491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타고난 섬세함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자신의 시야가 감소하고 가까운 아군의 시야</a:t>
            </a:r>
            <a: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만큼 공격 사거리 증가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성역을 지키는 파수꾼임을 반영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8593C-5863-9438-86F2-65909A019421}"/>
              </a:ext>
            </a:extLst>
          </p:cNvPr>
          <p:cNvSpPr txBox="1"/>
          <p:nvPr/>
        </p:nvSpPr>
        <p:spPr>
          <a:xfrm>
            <a:off x="4746913" y="3796574"/>
            <a:ext cx="284537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희생</a:t>
            </a:r>
            <a:endParaRPr lang="en-US" altLang="ko-KR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원형 범위 내 가까운 아군의 체력이</a:t>
            </a:r>
            <a:endParaRPr lang="en-US" altLang="ko-KR" sz="140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일정 비율 이하일 때</a:t>
            </a:r>
            <a: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엘린의 체력 일부를 소모하고 아군을 회복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온화하고 자기희생적인 캐릭터의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성격을 반영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4D5985-E28D-B5B0-A5E0-534FFB0F289D}"/>
              </a:ext>
            </a:extLst>
          </p:cNvPr>
          <p:cNvSpPr txBox="1"/>
          <p:nvPr/>
        </p:nvSpPr>
        <p:spPr>
          <a:xfrm>
            <a:off x="8728363" y="3824712"/>
            <a:ext cx="284537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유혈 낭자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엘린의 체력을 일정 비율 소모해 자신의 공격력을 그만큼 상승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피를 흘리더라도 싸우겠다는 엘린 캐릭터의 성격을 반영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6CB8C2B-5D6D-1E7D-BF6A-7D247AD2F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28" y="1862772"/>
            <a:ext cx="1672887" cy="167288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A661C0C-46F5-42E0-690C-D6B59F743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5073" y="1704751"/>
            <a:ext cx="1868659" cy="183090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93A3C6E-697B-0139-3D5A-EE2734EE15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3990" y="1763471"/>
            <a:ext cx="1922889" cy="171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592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C074D-5EB8-14A1-1735-CB35185A6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8513736-9865-C360-2DF3-F75339871F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ABE775F-FBDF-A787-FBFA-A525E34D4200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1A1945F7-617B-E22C-0F90-F29B2F413FD9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3455087-42AD-90AC-4240-3CDBDEDC4FCC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B3B8C38F-6B4C-B0BE-DC31-EBF8889FE2DC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외형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82E892-2F01-C1CB-BDB5-09196CE8F95C}"/>
              </a:ext>
            </a:extLst>
          </p:cNvPr>
          <p:cNvSpPr txBox="1"/>
          <p:nvPr/>
        </p:nvSpPr>
        <p:spPr>
          <a:xfrm>
            <a:off x="5400673" y="1604916"/>
            <a:ext cx="51934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고결하고 성스러운 이미지를 나타내는 하얀색을 통해 엘린의 성격을 시각적으로 표현</a:t>
            </a:r>
            <a:endParaRPr lang="en-US" altLang="ko-KR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눈을 다쳐 앞이 잘 보이지 않는 것은 붕대와 붉은 피로써 시각화</a:t>
            </a:r>
            <a:br>
              <a:rPr lang="en-US" altLang="ko-KR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lang="en-US" altLang="ko-KR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포인트 컬러 </a:t>
            </a:r>
            <a:r>
              <a:rPr lang="en-US" altLang="ko-KR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흰색</a:t>
            </a:r>
            <a:r>
              <a:rPr lang="en-US" altLang="ko-KR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검은색</a:t>
            </a:r>
            <a:endParaRPr lang="ko-KR" altLang="en-US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A009E2D-B2D7-7F57-B7E5-306B2E4D83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2065412"/>
            <a:ext cx="4494272" cy="359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782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2037</TotalTime>
  <Words>212</Words>
  <Application>Microsoft Office PowerPoint</Application>
  <PresentationFormat>와이드스크린</PresentationFormat>
  <Paragraphs>55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Noto Sans KR</vt:lpstr>
      <vt:lpstr>Pretendard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214</cp:revision>
  <dcterms:created xsi:type="dcterms:W3CDTF">2026-06-16T06:11:28Z</dcterms:created>
  <dcterms:modified xsi:type="dcterms:W3CDTF">2026-08-28T06:32:31Z</dcterms:modified>
</cp:coreProperties>
</file>